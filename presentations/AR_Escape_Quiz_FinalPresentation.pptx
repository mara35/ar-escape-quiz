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2" r:id="rId4"/>
    <p:sldId id="263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74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61E109-263B-5B4B-D24F-D8C87CB1F9DB}" v="11" dt="2026-01-15T22:23:34.6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4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416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952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0283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45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845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191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51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814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574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783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8402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787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30DD7D3-2712-4491-B2C2-5FC23330C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3569" y="1066800"/>
            <a:ext cx="5128322" cy="4724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 descr="Ein Bild, das Cartoon, Astronaut enthält.&#10;&#10;KI-generierte Inhalte können fehlerhaft sein.">
            <a:extLst>
              <a:ext uri="{FF2B5EF4-FFF2-40B4-BE49-F238E27FC236}">
                <a16:creationId xmlns:a16="http://schemas.microsoft.com/office/drawing/2014/main" id="{2606A280-F372-6796-5B36-7601D545F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74895FFB-1358-C3D3-E1A4-C1FEB7AA8C10}"/>
              </a:ext>
            </a:extLst>
          </p:cNvPr>
          <p:cNvSpPr/>
          <p:nvPr/>
        </p:nvSpPr>
        <p:spPr>
          <a:xfrm>
            <a:off x="469241" y="1297314"/>
            <a:ext cx="5437681" cy="49822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89F68F1-EF71-52FD-94E0-8DE4E9698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8737" y="1562101"/>
            <a:ext cx="4359744" cy="2738530"/>
          </a:xfrm>
        </p:spPr>
        <p:txBody>
          <a:bodyPr anchor="t">
            <a:normAutofit/>
          </a:bodyPr>
          <a:lstStyle/>
          <a:p>
            <a:r>
              <a:rPr lang="de-AT" dirty="0"/>
              <a:t>AR Escape Quiz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4036F50-9035-83E6-CE75-3F0DB2D528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0273" y="4300631"/>
            <a:ext cx="4358208" cy="933760"/>
          </a:xfrm>
        </p:spPr>
        <p:txBody>
          <a:bodyPr>
            <a:normAutofit/>
          </a:bodyPr>
          <a:lstStyle/>
          <a:p>
            <a:r>
              <a:rPr lang="de-AT"/>
              <a:t>Melvin Klang, Sebastian Pareiss &amp; Mara Sandner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FD0734C-004D-4938-8EA0-2C3867A11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6937" y="5780876"/>
            <a:ext cx="513116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9678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A8280-8743-FD4F-FDEC-B0A911399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F4E626-1205-B939-61DD-52F4765B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940" y="252344"/>
            <a:ext cx="5771763" cy="1097280"/>
          </a:xfrm>
        </p:spPr>
        <p:txBody>
          <a:bodyPr>
            <a:normAutofit/>
          </a:bodyPr>
          <a:lstStyle/>
          <a:p>
            <a:r>
              <a:rPr lang="de-AT" sz="4400" dirty="0" err="1">
                <a:latin typeface="Univers"/>
                <a:ea typeface="ADLaM Display"/>
                <a:cs typeface="ADLaM Display"/>
              </a:rPr>
              <a:t>Current</a:t>
            </a:r>
            <a:r>
              <a:rPr lang="de-AT" sz="4400" dirty="0">
                <a:latin typeface="Univers"/>
                <a:ea typeface="ADLaM Display"/>
                <a:cs typeface="ADLaM Display"/>
              </a:rPr>
              <a:t> Status</a:t>
            </a:r>
            <a:endParaRPr lang="de-AT" sz="4400" dirty="0">
              <a:latin typeface="Univers" panose="020B050302020202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E0331E17-FD8A-9D49-AF82-2C66AD4B1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341385"/>
            <a:ext cx="5777799" cy="52447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b="1" dirty="0">
                <a:latin typeface="Univers"/>
              </a:rPr>
              <a:t>Custom App design/</a:t>
            </a:r>
            <a:r>
              <a:rPr lang="de-DE" b="1" dirty="0" err="1">
                <a:latin typeface="Univers"/>
              </a:rPr>
              <a:t>theme</a:t>
            </a:r>
            <a:endParaRPr lang="de-DE" b="1" dirty="0">
              <a:latin typeface="Univers"/>
            </a:endParaRPr>
          </a:p>
          <a:p>
            <a:r>
              <a:rPr lang="de-DE" b="1" dirty="0">
                <a:latin typeface="Univers"/>
              </a:rPr>
              <a:t>App Icon</a:t>
            </a:r>
          </a:p>
          <a:p>
            <a:r>
              <a:rPr lang="de-DE" b="1" dirty="0">
                <a:latin typeface="Univers"/>
              </a:rPr>
              <a:t>Multiple Pages</a:t>
            </a:r>
            <a:r>
              <a:rPr lang="de-DE" dirty="0">
                <a:latin typeface="Univers"/>
              </a:rPr>
              <a:t> (Start Page, </a:t>
            </a:r>
            <a:r>
              <a:rPr lang="de-DE" dirty="0" err="1">
                <a:latin typeface="Univers"/>
              </a:rPr>
              <a:t>Instruction</a:t>
            </a:r>
            <a:r>
              <a:rPr lang="de-DE" dirty="0">
                <a:latin typeface="Univers"/>
              </a:rPr>
              <a:t> Page, </a:t>
            </a:r>
            <a:r>
              <a:rPr lang="de-DE" dirty="0" err="1">
                <a:latin typeface="Univers"/>
              </a:rPr>
              <a:t>Hint</a:t>
            </a:r>
            <a:r>
              <a:rPr lang="de-DE" dirty="0">
                <a:latin typeface="Univers"/>
              </a:rPr>
              <a:t> Pages </a:t>
            </a:r>
            <a:r>
              <a:rPr lang="de-DE" dirty="0" err="1">
                <a:latin typeface="Univers"/>
              </a:rPr>
              <a:t>for</a:t>
            </a:r>
            <a:r>
              <a:rPr lang="de-DE" dirty="0">
                <a:latin typeface="Univers"/>
              </a:rPr>
              <a:t> </a:t>
            </a:r>
            <a:r>
              <a:rPr lang="de-DE" dirty="0" err="1">
                <a:latin typeface="Univers"/>
              </a:rPr>
              <a:t>each</a:t>
            </a:r>
            <a:r>
              <a:rPr lang="de-DE" dirty="0">
                <a:latin typeface="Univers"/>
              </a:rPr>
              <a:t> Quiz)</a:t>
            </a:r>
            <a:endParaRPr lang="de-DE"/>
          </a:p>
          <a:p>
            <a:r>
              <a:rPr lang="de-DE" b="1" dirty="0">
                <a:latin typeface="Univers"/>
              </a:rPr>
              <a:t>Timing</a:t>
            </a:r>
            <a:r>
              <a:rPr lang="de-DE" dirty="0">
                <a:latin typeface="Univers"/>
              </a:rPr>
              <a:t> </a:t>
            </a:r>
            <a:r>
              <a:rPr lang="de-DE" dirty="0" err="1">
                <a:latin typeface="Univers"/>
              </a:rPr>
              <a:t>for</a:t>
            </a:r>
            <a:r>
              <a:rPr lang="de-DE" dirty="0">
                <a:latin typeface="Univers"/>
              </a:rPr>
              <a:t> </a:t>
            </a:r>
            <a:r>
              <a:rPr lang="de-DE" dirty="0" err="1">
                <a:latin typeface="Univers"/>
              </a:rPr>
              <a:t>the</a:t>
            </a:r>
            <a:r>
              <a:rPr lang="de-DE" dirty="0">
                <a:latin typeface="Univers"/>
              </a:rPr>
              <a:t> game </a:t>
            </a:r>
            <a:r>
              <a:rPr lang="de-DE" dirty="0" err="1">
                <a:latin typeface="Univers"/>
              </a:rPr>
              <a:t>from</a:t>
            </a:r>
            <a:r>
              <a:rPr lang="de-DE" dirty="0">
                <a:latin typeface="Univers"/>
              </a:rPr>
              <a:t> </a:t>
            </a:r>
            <a:r>
              <a:rPr lang="de-DE" dirty="0" err="1">
                <a:latin typeface="Univers"/>
              </a:rPr>
              <a:t>start</a:t>
            </a:r>
            <a:r>
              <a:rPr lang="de-DE" dirty="0">
                <a:latin typeface="Univers"/>
              </a:rPr>
              <a:t> </a:t>
            </a:r>
            <a:r>
              <a:rPr lang="de-DE" dirty="0" err="1">
                <a:latin typeface="Univers"/>
              </a:rPr>
              <a:t>till</a:t>
            </a:r>
            <a:r>
              <a:rPr lang="de-DE" dirty="0">
                <a:latin typeface="Univers"/>
              </a:rPr>
              <a:t> end</a:t>
            </a:r>
          </a:p>
          <a:p>
            <a:r>
              <a:rPr lang="de-DE" b="1" dirty="0">
                <a:latin typeface="Univers"/>
              </a:rPr>
              <a:t>Image </a:t>
            </a:r>
            <a:r>
              <a:rPr lang="de-DE" b="1" dirty="0" err="1">
                <a:latin typeface="Univers"/>
              </a:rPr>
              <a:t>detection</a:t>
            </a:r>
            <a:r>
              <a:rPr lang="de-DE" dirty="0">
                <a:latin typeface="Univers"/>
              </a:rPr>
              <a:t> </a:t>
            </a:r>
            <a:r>
              <a:rPr lang="de-DE" dirty="0" err="1">
                <a:latin typeface="Univers"/>
              </a:rPr>
              <a:t>as</a:t>
            </a:r>
            <a:r>
              <a:rPr lang="de-DE" dirty="0">
                <a:latin typeface="Univers"/>
              </a:rPr>
              <a:t> </a:t>
            </a:r>
            <a:r>
              <a:rPr lang="de-DE" dirty="0" err="1">
                <a:latin typeface="Univers"/>
              </a:rPr>
              <a:t>core</a:t>
            </a:r>
            <a:r>
              <a:rPr lang="de-DE" dirty="0">
                <a:latin typeface="Univers"/>
              </a:rPr>
              <a:t> </a:t>
            </a:r>
            <a:r>
              <a:rPr lang="de-DE" dirty="0" err="1">
                <a:latin typeface="Univers"/>
              </a:rPr>
              <a:t>of</a:t>
            </a:r>
            <a:r>
              <a:rPr lang="de-DE" dirty="0">
                <a:latin typeface="Univers"/>
              </a:rPr>
              <a:t> </a:t>
            </a:r>
            <a:r>
              <a:rPr lang="de-DE" dirty="0" err="1">
                <a:latin typeface="Univers"/>
              </a:rPr>
              <a:t>the</a:t>
            </a:r>
            <a:r>
              <a:rPr lang="de-DE" dirty="0">
                <a:latin typeface="Univers"/>
              </a:rPr>
              <a:t> game</a:t>
            </a:r>
          </a:p>
          <a:p>
            <a:r>
              <a:rPr lang="de-DE" b="1" dirty="0">
                <a:latin typeface="Univers"/>
              </a:rPr>
              <a:t>Drag and </a:t>
            </a:r>
            <a:r>
              <a:rPr lang="de-DE" b="1" err="1">
                <a:latin typeface="Univers"/>
              </a:rPr>
              <a:t>drop</a:t>
            </a:r>
            <a:r>
              <a:rPr lang="de-DE" b="1" dirty="0">
                <a:latin typeface="Univers"/>
              </a:rPr>
              <a:t> game</a:t>
            </a:r>
            <a:r>
              <a:rPr lang="de-DE" dirty="0">
                <a:latin typeface="Univers"/>
              </a:rPr>
              <a:t> </a:t>
            </a:r>
            <a:r>
              <a:rPr lang="de-DE" err="1">
                <a:latin typeface="Univers"/>
              </a:rPr>
              <a:t>as</a:t>
            </a:r>
            <a:r>
              <a:rPr lang="de-DE" dirty="0">
                <a:latin typeface="Univers"/>
              </a:rPr>
              <a:t> </a:t>
            </a:r>
            <a:r>
              <a:rPr lang="de-DE" err="1">
                <a:latin typeface="Univers"/>
              </a:rPr>
              <a:t>first</a:t>
            </a:r>
            <a:r>
              <a:rPr lang="de-DE" dirty="0">
                <a:latin typeface="Univers"/>
              </a:rPr>
              <a:t> </a:t>
            </a:r>
            <a:r>
              <a:rPr lang="de-DE" err="1">
                <a:latin typeface="Univers"/>
              </a:rPr>
              <a:t>quiz</a:t>
            </a:r>
            <a:endParaRPr lang="de-DE">
              <a:latin typeface="Univers"/>
            </a:endParaRPr>
          </a:p>
          <a:p>
            <a:r>
              <a:rPr lang="de-DE" b="1" dirty="0">
                <a:latin typeface="Univers"/>
              </a:rPr>
              <a:t>Door </a:t>
            </a:r>
            <a:r>
              <a:rPr lang="de-DE" b="1" err="1">
                <a:latin typeface="Univers"/>
              </a:rPr>
              <a:t>simulation</a:t>
            </a:r>
            <a:r>
              <a:rPr lang="de-DE" dirty="0">
                <a:latin typeface="Univers"/>
              </a:rPr>
              <a:t> </a:t>
            </a:r>
            <a:r>
              <a:rPr lang="de-DE" err="1">
                <a:latin typeface="Univers"/>
              </a:rPr>
              <a:t>as</a:t>
            </a:r>
            <a:r>
              <a:rPr lang="de-DE" dirty="0">
                <a:latin typeface="Univers"/>
              </a:rPr>
              <a:t> end </a:t>
            </a:r>
            <a:r>
              <a:rPr lang="de-DE" err="1">
                <a:latin typeface="Univers"/>
              </a:rPr>
              <a:t>of</a:t>
            </a:r>
            <a:r>
              <a:rPr lang="de-DE" dirty="0">
                <a:latin typeface="Univers"/>
              </a:rPr>
              <a:t> </a:t>
            </a:r>
            <a:r>
              <a:rPr lang="de-DE" err="1">
                <a:latin typeface="Univers"/>
              </a:rPr>
              <a:t>the</a:t>
            </a:r>
            <a:r>
              <a:rPr lang="de-DE" dirty="0">
                <a:latin typeface="Univers"/>
              </a:rPr>
              <a:t> game and </a:t>
            </a:r>
            <a:r>
              <a:rPr lang="de-DE" err="1">
                <a:latin typeface="Univers"/>
              </a:rPr>
              <a:t>trigger</a:t>
            </a:r>
            <a:r>
              <a:rPr lang="de-DE" dirty="0">
                <a:latin typeface="Univers"/>
              </a:rPr>
              <a:t> </a:t>
            </a:r>
            <a:r>
              <a:rPr lang="de-DE" err="1">
                <a:latin typeface="Univers"/>
              </a:rPr>
              <a:t>to</a:t>
            </a:r>
            <a:r>
              <a:rPr lang="de-DE" dirty="0">
                <a:latin typeface="Univers"/>
              </a:rPr>
              <a:t> </a:t>
            </a:r>
            <a:r>
              <a:rPr lang="de-DE" err="1">
                <a:latin typeface="Univers"/>
              </a:rPr>
              <a:t>stop</a:t>
            </a:r>
            <a:r>
              <a:rPr lang="de-DE" dirty="0">
                <a:latin typeface="Univers"/>
              </a:rPr>
              <a:t> </a:t>
            </a:r>
            <a:r>
              <a:rPr lang="de-DE" err="1">
                <a:latin typeface="Univers"/>
              </a:rPr>
              <a:t>the</a:t>
            </a:r>
            <a:r>
              <a:rPr lang="de-DE" dirty="0">
                <a:latin typeface="Univers"/>
              </a:rPr>
              <a:t> </a:t>
            </a:r>
            <a:r>
              <a:rPr lang="de-DE" err="1">
                <a:latin typeface="Univers"/>
              </a:rPr>
              <a:t>timing</a:t>
            </a:r>
            <a:endParaRPr lang="de-DE">
              <a:latin typeface="Univers"/>
            </a:endParaRPr>
          </a:p>
          <a:p>
            <a:r>
              <a:rPr lang="de-DE" dirty="0" err="1">
                <a:latin typeface="Univers"/>
              </a:rPr>
              <a:t>Established</a:t>
            </a:r>
            <a:r>
              <a:rPr lang="de-DE" dirty="0">
                <a:latin typeface="Univers"/>
              </a:rPr>
              <a:t> a </a:t>
            </a:r>
            <a:r>
              <a:rPr lang="de-DE" b="1" dirty="0" err="1">
                <a:latin typeface="Univers"/>
              </a:rPr>
              <a:t>sequence</a:t>
            </a:r>
            <a:r>
              <a:rPr lang="de-DE" b="1" dirty="0">
                <a:latin typeface="Univers"/>
              </a:rPr>
              <a:t> </a:t>
            </a:r>
            <a:r>
              <a:rPr lang="de-DE" b="1" dirty="0" err="1">
                <a:latin typeface="Univers"/>
              </a:rPr>
              <a:t>of</a:t>
            </a:r>
            <a:r>
              <a:rPr lang="de-DE" b="1" dirty="0">
                <a:latin typeface="Univers"/>
              </a:rPr>
              <a:t> </a:t>
            </a:r>
            <a:r>
              <a:rPr lang="de-DE" b="1" dirty="0" err="1">
                <a:latin typeface="Univers"/>
              </a:rPr>
              <a:t>quizes</a:t>
            </a:r>
            <a:r>
              <a:rPr lang="de-DE" dirty="0">
                <a:latin typeface="Univers"/>
              </a:rPr>
              <a:t> </a:t>
            </a:r>
            <a:r>
              <a:rPr lang="de-DE" dirty="0" err="1">
                <a:latin typeface="Univers"/>
              </a:rPr>
              <a:t>to</a:t>
            </a:r>
            <a:r>
              <a:rPr lang="de-DE" dirty="0">
                <a:latin typeface="Univers"/>
              </a:rPr>
              <a:t> </a:t>
            </a:r>
            <a:r>
              <a:rPr lang="de-DE" dirty="0" err="1">
                <a:latin typeface="Univers"/>
              </a:rPr>
              <a:t>complete</a:t>
            </a:r>
            <a:r>
              <a:rPr lang="de-DE" dirty="0">
                <a:latin typeface="Univers"/>
              </a:rPr>
              <a:t> </a:t>
            </a:r>
            <a:r>
              <a:rPr lang="de-DE" dirty="0" err="1">
                <a:latin typeface="Univers"/>
              </a:rPr>
              <a:t>the</a:t>
            </a:r>
            <a:r>
              <a:rPr lang="de-DE" dirty="0">
                <a:latin typeface="Univers"/>
              </a:rPr>
              <a:t> game</a:t>
            </a:r>
          </a:p>
        </p:txBody>
      </p:sp>
      <p:pic>
        <p:nvPicPr>
          <p:cNvPr id="9" name="Grafik 8" descr="Ein Bild, das Cartoon, Spielzeug, Fiktive Gestalt enthält.&#10;&#10;KI-generierte Inhalte können fehlerhaft sein.">
            <a:extLst>
              <a:ext uri="{FF2B5EF4-FFF2-40B4-BE49-F238E27FC236}">
                <a16:creationId xmlns:a16="http://schemas.microsoft.com/office/drawing/2014/main" id="{23BC9596-045B-0986-2005-B178EB23A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261" y="-750957"/>
            <a:ext cx="5510695" cy="8359912"/>
          </a:xfrm>
          <a:prstGeom prst="rect">
            <a:avLst/>
          </a:prstGeom>
        </p:spPr>
      </p:pic>
      <p:pic>
        <p:nvPicPr>
          <p:cNvPr id="13" name="Grafik 12" descr="Ein Bild, das Text, Screenshot, Grafiken, Schrift enthält.&#10;&#10;KI-generierte Inhalte können fehlerhaft sein.">
            <a:extLst>
              <a:ext uri="{FF2B5EF4-FFF2-40B4-BE49-F238E27FC236}">
                <a16:creationId xmlns:a16="http://schemas.microsoft.com/office/drawing/2014/main" id="{A8D336FC-9751-A4AE-49F1-CBA8900EE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478" y="2330174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204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D4382-B9D4-DF2D-BCCB-A47EEE8A0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ABD67480-F3F0-CD47-0192-A7ACB3CBADB8}"/>
              </a:ext>
            </a:extLst>
          </p:cNvPr>
          <p:cNvGrpSpPr/>
          <p:nvPr/>
        </p:nvGrpSpPr>
        <p:grpSpPr>
          <a:xfrm>
            <a:off x="6848787" y="356023"/>
            <a:ext cx="3246058" cy="5993555"/>
            <a:chOff x="6347493" y="896048"/>
            <a:chExt cx="2914754" cy="5562860"/>
          </a:xfrm>
        </p:grpSpPr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E38DB49B-3BB3-03D0-0FCB-CB76F06256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47493" y="896048"/>
              <a:ext cx="2914754" cy="5562860"/>
            </a:xfrm>
            <a:prstGeom prst="rect">
              <a:avLst/>
            </a:prstGeom>
          </p:spPr>
        </p:pic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B72E1A74-C51A-D1BE-6283-B19576936AAF}"/>
                </a:ext>
              </a:extLst>
            </p:cNvPr>
            <p:cNvSpPr/>
            <p:nvPr/>
          </p:nvSpPr>
          <p:spPr>
            <a:xfrm>
              <a:off x="6649278" y="1267239"/>
              <a:ext cx="2355574" cy="482047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B85F334D-2B00-922A-193B-D79088D5A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241300"/>
            <a:ext cx="3872286" cy="1097280"/>
          </a:xfrm>
        </p:spPr>
        <p:txBody>
          <a:bodyPr>
            <a:normAutofit/>
          </a:bodyPr>
          <a:lstStyle/>
          <a:p>
            <a:r>
              <a:rPr lang="de-AT" sz="4400" dirty="0">
                <a:latin typeface="Univers"/>
                <a:ea typeface="ADLaM Display"/>
                <a:cs typeface="ADLaM Display"/>
              </a:rPr>
              <a:t>App Video</a:t>
            </a:r>
            <a:endParaRPr lang="de-AT" sz="4400" dirty="0">
              <a:latin typeface="Univers" panose="020B050302020202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6D2D5F6-3E33-5365-E5C5-CF9458CD70E9}"/>
              </a:ext>
            </a:extLst>
          </p:cNvPr>
          <p:cNvSpPr txBox="1"/>
          <p:nvPr/>
        </p:nvSpPr>
        <p:spPr>
          <a:xfrm>
            <a:off x="711200" y="1229169"/>
            <a:ext cx="5740400" cy="56323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AutoNum type="arabicPeriod"/>
            </a:pPr>
            <a:r>
              <a:rPr lang="en-US" sz="2000" dirty="0">
                <a:latin typeface="Univers"/>
              </a:rPr>
              <a:t>Launch App</a:t>
            </a:r>
            <a:endParaRPr lang="de-DE" dirty="0"/>
          </a:p>
          <a:p>
            <a:pPr marL="285750" indent="-285750">
              <a:buAutoNum type="arabicPeriod"/>
            </a:pPr>
            <a:endParaRPr lang="en-US" sz="2000" dirty="0">
              <a:latin typeface="Univers"/>
            </a:endParaRPr>
          </a:p>
          <a:p>
            <a:pPr marL="285750" indent="-285750">
              <a:buAutoNum type="arabicPeriod"/>
            </a:pPr>
            <a:r>
              <a:rPr lang="en-US" sz="2000" dirty="0">
                <a:latin typeface="Univers"/>
              </a:rPr>
              <a:t>Read instructions</a:t>
            </a:r>
          </a:p>
          <a:p>
            <a:pPr marL="285750" indent="-285750">
              <a:buAutoNum type="arabicPeriod"/>
            </a:pPr>
            <a:endParaRPr lang="en-US" sz="2000" dirty="0">
              <a:latin typeface="Univers"/>
            </a:endParaRPr>
          </a:p>
          <a:p>
            <a:pPr marL="285750" indent="-285750">
              <a:buAutoNum type="arabicPeriod"/>
            </a:pPr>
            <a:r>
              <a:rPr lang="en-US" sz="2000" dirty="0">
                <a:latin typeface="Univers"/>
              </a:rPr>
              <a:t>Start game</a:t>
            </a:r>
          </a:p>
          <a:p>
            <a:pPr marL="285750" indent="-285750">
              <a:buAutoNum type="arabicPeriod"/>
            </a:pPr>
            <a:endParaRPr lang="en-US" sz="2000" dirty="0">
              <a:latin typeface="Univers"/>
            </a:endParaRPr>
          </a:p>
          <a:p>
            <a:pPr marL="285750" indent="-285750">
              <a:buAutoNum type="arabicPeriod"/>
            </a:pPr>
            <a:r>
              <a:rPr lang="en-US" sz="2000" dirty="0">
                <a:latin typeface="Univers"/>
              </a:rPr>
              <a:t>Read first hint</a:t>
            </a:r>
          </a:p>
          <a:p>
            <a:pPr marL="285750" indent="-285750">
              <a:buAutoNum type="arabicPeriod"/>
            </a:pPr>
            <a:endParaRPr lang="en-US" sz="2000" dirty="0">
              <a:latin typeface="Univers"/>
            </a:endParaRPr>
          </a:p>
          <a:p>
            <a:pPr marL="285750" indent="-285750">
              <a:buAutoNum type="arabicPeriod"/>
            </a:pPr>
            <a:r>
              <a:rPr lang="en-US" sz="2000" dirty="0">
                <a:latin typeface="Univers"/>
              </a:rPr>
              <a:t>Search and scan the right image</a:t>
            </a:r>
          </a:p>
          <a:p>
            <a:pPr marL="285750" indent="-285750">
              <a:buAutoNum type="arabicPeriod"/>
            </a:pPr>
            <a:endParaRPr lang="en-US" sz="2000" dirty="0">
              <a:latin typeface="Univers"/>
            </a:endParaRPr>
          </a:p>
          <a:p>
            <a:pPr marL="285750" indent="-285750">
              <a:buAutoNum type="arabicPeriod"/>
            </a:pPr>
            <a:r>
              <a:rPr lang="en-US" sz="2000" dirty="0">
                <a:latin typeface="Univers"/>
              </a:rPr>
              <a:t>Complete game</a:t>
            </a:r>
          </a:p>
          <a:p>
            <a:pPr marL="285750" indent="-285750">
              <a:buAutoNum type="arabicPeriod"/>
            </a:pPr>
            <a:endParaRPr lang="en-US" sz="2000" dirty="0">
              <a:latin typeface="Univers"/>
            </a:endParaRPr>
          </a:p>
          <a:p>
            <a:pPr marL="285750" indent="-285750">
              <a:buAutoNum type="arabicPeriod"/>
            </a:pPr>
            <a:r>
              <a:rPr lang="en-US" sz="2000" dirty="0">
                <a:latin typeface="Univers"/>
              </a:rPr>
              <a:t>Read next hint</a:t>
            </a:r>
          </a:p>
          <a:p>
            <a:pPr marL="285750" indent="-285750">
              <a:buAutoNum type="arabicPeriod"/>
            </a:pPr>
            <a:endParaRPr lang="en-US" sz="2000" dirty="0">
              <a:latin typeface="Univers"/>
            </a:endParaRPr>
          </a:p>
          <a:p>
            <a:pPr marL="285750" indent="-285750">
              <a:buAutoNum type="arabicPeriod"/>
            </a:pPr>
            <a:r>
              <a:rPr lang="en-US" sz="2000" dirty="0">
                <a:latin typeface="Univers"/>
              </a:rPr>
              <a:t>Search and scan the door</a:t>
            </a:r>
          </a:p>
          <a:p>
            <a:pPr marL="285750" indent="-285750">
              <a:buAutoNum type="arabicPeriod"/>
            </a:pPr>
            <a:endParaRPr lang="en-US" sz="2000" dirty="0">
              <a:latin typeface="Univers"/>
            </a:endParaRPr>
          </a:p>
          <a:p>
            <a:r>
              <a:rPr lang="en-US" sz="2000" dirty="0">
                <a:latin typeface="Univers"/>
              </a:rPr>
              <a:t>9. Game end</a:t>
            </a:r>
          </a:p>
          <a:p>
            <a:pPr marL="285750" indent="-285750">
              <a:buAutoNum type="arabicPeriod"/>
            </a:pPr>
            <a:endParaRPr lang="en-US" sz="2000" dirty="0">
              <a:latin typeface="Univer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4BA317-FA5C-F868-84D7-F32F83BF9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WhatsApp Video 2026-01-15 at 23.15.56">
            <a:hlinkClick r:id="" action="ppaction://media"/>
            <a:extLst>
              <a:ext uri="{FF2B5EF4-FFF2-40B4-BE49-F238E27FC236}">
                <a16:creationId xmlns:a16="http://schemas.microsoft.com/office/drawing/2014/main" id="{3D03B125-6620-C08E-458C-10115C43A92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269395" y="609600"/>
            <a:ext cx="2454275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933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3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B8F0C-6932-7407-3B06-D25376144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BFC50E-7328-80C7-2C94-257FA6E74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241300"/>
            <a:ext cx="3872286" cy="1097280"/>
          </a:xfrm>
        </p:spPr>
        <p:txBody>
          <a:bodyPr>
            <a:normAutofit/>
          </a:bodyPr>
          <a:lstStyle/>
          <a:p>
            <a:r>
              <a:rPr lang="de-AT" sz="4400" dirty="0">
                <a:latin typeface="Univers"/>
                <a:ea typeface="ADLaM Display"/>
                <a:cs typeface="ADLaM Display"/>
              </a:rPr>
              <a:t>Further Work</a:t>
            </a:r>
            <a:endParaRPr lang="de-AT" sz="4400" dirty="0">
              <a:latin typeface="Univers" panose="020B050302020202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83544E8-9210-8F20-8FCC-8145AA1B7098}"/>
              </a:ext>
            </a:extLst>
          </p:cNvPr>
          <p:cNvSpPr txBox="1"/>
          <p:nvPr/>
        </p:nvSpPr>
        <p:spPr>
          <a:xfrm>
            <a:off x="711200" y="1490008"/>
            <a:ext cx="5387009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AutoNum type="arabicPeriod"/>
            </a:pPr>
            <a:r>
              <a:rPr lang="en-US" sz="2000" dirty="0">
                <a:latin typeface="Univers"/>
              </a:rPr>
              <a:t>Include 2 more </a:t>
            </a:r>
            <a:r>
              <a:rPr lang="en-US" sz="2000" dirty="0" err="1">
                <a:latin typeface="Univers"/>
              </a:rPr>
              <a:t>Quizes</a:t>
            </a:r>
            <a:endParaRPr lang="en-US" sz="2000" dirty="0">
              <a:latin typeface="Univers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000" dirty="0">
                <a:latin typeface="Univers"/>
              </a:rPr>
              <a:t>1 Interactive Game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000" dirty="0">
                <a:latin typeface="Univers"/>
              </a:rPr>
              <a:t>1 knowledge quiz</a:t>
            </a:r>
          </a:p>
          <a:p>
            <a:pPr marL="742950" lvl="1" indent="-285750">
              <a:buFont typeface="Courier New"/>
              <a:buChar char="o"/>
            </a:pPr>
            <a:endParaRPr lang="en-US" sz="2000" dirty="0">
              <a:latin typeface="Univers"/>
            </a:endParaRPr>
          </a:p>
          <a:p>
            <a:pPr marL="285750" indent="-285750">
              <a:buAutoNum type="arabicPeriod"/>
            </a:pPr>
            <a:r>
              <a:rPr lang="en-US" sz="2000" dirty="0">
                <a:latin typeface="Univers"/>
              </a:rPr>
              <a:t>More Objects/Images in the classroom to detect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2C17E2-72A3-5FDA-01FC-E73B2C4F8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8986" y="591378"/>
            <a:ext cx="2552197" cy="5675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282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6B7D7B-3FDF-2C7B-A4E3-1DD94151E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1A1E68C-7FA5-1E22-D1A4-1B0611D49565}"/>
              </a:ext>
            </a:extLst>
          </p:cNvPr>
          <p:cNvSpPr/>
          <p:nvPr/>
        </p:nvSpPr>
        <p:spPr>
          <a:xfrm>
            <a:off x="469241" y="1297314"/>
            <a:ext cx="5437681" cy="498224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CC6CB4-BD54-5AA9-5D4E-0F7DD9C85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7384" y="1747232"/>
            <a:ext cx="4422368" cy="3355853"/>
          </a:xfrm>
        </p:spPr>
        <p:txBody>
          <a:bodyPr anchor="t">
            <a:normAutofit fontScale="90000"/>
          </a:bodyPr>
          <a:lstStyle/>
          <a:p>
            <a:r>
              <a:rPr lang="de-AT" sz="6000" err="1">
                <a:solidFill>
                  <a:schemeClr val="bg1"/>
                </a:solidFill>
              </a:rPr>
              <a:t>Thank</a:t>
            </a:r>
            <a:r>
              <a:rPr lang="de-AT" sz="6000" dirty="0">
                <a:solidFill>
                  <a:schemeClr val="bg1"/>
                </a:solidFill>
              </a:rPr>
              <a:t> </a:t>
            </a:r>
            <a:r>
              <a:rPr lang="de-AT" sz="6000" err="1">
                <a:solidFill>
                  <a:schemeClr val="bg1"/>
                </a:solidFill>
              </a:rPr>
              <a:t>you</a:t>
            </a:r>
            <a:r>
              <a:rPr lang="de-AT" sz="6000" dirty="0">
                <a:solidFill>
                  <a:schemeClr val="bg1"/>
                </a:solidFill>
              </a:rPr>
              <a:t> </a:t>
            </a:r>
            <a:r>
              <a:rPr lang="de-AT" sz="6000" err="1">
                <a:solidFill>
                  <a:schemeClr val="bg1"/>
                </a:solidFill>
              </a:rPr>
              <a:t>for</a:t>
            </a:r>
            <a:r>
              <a:rPr lang="de-AT" sz="6000" dirty="0">
                <a:solidFill>
                  <a:schemeClr val="bg1"/>
                </a:solidFill>
              </a:rPr>
              <a:t> </a:t>
            </a:r>
            <a:r>
              <a:rPr lang="de-AT" sz="6000" err="1">
                <a:solidFill>
                  <a:schemeClr val="bg1"/>
                </a:solidFill>
              </a:rPr>
              <a:t>your</a:t>
            </a:r>
            <a:r>
              <a:rPr lang="de-AT" sz="6000" dirty="0">
                <a:solidFill>
                  <a:schemeClr val="bg1"/>
                </a:solidFill>
              </a:rPr>
              <a:t> </a:t>
            </a:r>
            <a:r>
              <a:rPr lang="de-AT" sz="6000" err="1">
                <a:solidFill>
                  <a:schemeClr val="bg1"/>
                </a:solidFill>
              </a:rPr>
              <a:t>attenion</a:t>
            </a:r>
            <a:r>
              <a:rPr lang="de-AT" sz="6000" dirty="0">
                <a:solidFill>
                  <a:schemeClr val="bg1"/>
                </a:solidFill>
              </a:rPr>
              <a:t>!</a:t>
            </a:r>
            <a:br>
              <a:rPr lang="de-AT" sz="6000" dirty="0">
                <a:solidFill>
                  <a:schemeClr val="bg1"/>
                </a:solidFill>
              </a:rPr>
            </a:br>
            <a:r>
              <a:rPr lang="de-AT" sz="6000" dirty="0">
                <a:solidFill>
                  <a:schemeClr val="bg1"/>
                </a:solidFill>
              </a:rPr>
              <a:t>Questions?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33442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</Words>
  <Application>Microsoft Office PowerPoint</Application>
  <PresentationFormat>Breitbild</PresentationFormat>
  <Paragraphs>36</Paragraphs>
  <Slides>5</Slides>
  <Notes>0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Courier New</vt:lpstr>
      <vt:lpstr>Grandview Display</vt:lpstr>
      <vt:lpstr>Univers</vt:lpstr>
      <vt:lpstr>DashVTI</vt:lpstr>
      <vt:lpstr>AR Escape Quiz</vt:lpstr>
      <vt:lpstr>Current Status</vt:lpstr>
      <vt:lpstr>App Video</vt:lpstr>
      <vt:lpstr>Further Work</vt:lpstr>
      <vt:lpstr>Thank you for your attenion!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Pareiss</dc:creator>
  <cp:lastModifiedBy>Sebastian Pareiss</cp:lastModifiedBy>
  <cp:revision>214</cp:revision>
  <dcterms:created xsi:type="dcterms:W3CDTF">2025-12-05T11:16:31Z</dcterms:created>
  <dcterms:modified xsi:type="dcterms:W3CDTF">2026-01-16T08:09:00Z</dcterms:modified>
</cp:coreProperties>
</file>